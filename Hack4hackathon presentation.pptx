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60A2-F502-ED04-99A5-45F918394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EE48E-A14B-8721-46AD-4992A0E22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04BED-7CA8-0C70-78F2-C002B7D5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15E82-FF58-CA60-123F-C52A22BDD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28BD4-FAE1-2CDD-C04D-5DA61534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6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5A8B-94DF-5DB0-CDD0-6C69F810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88E2B-B5F0-F86D-12A0-B80E6824A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20156-4521-B4C7-1FDA-8EF8E3F8A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582F5-31F9-5362-E50A-3A78BA4F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C9E9D-0739-170B-A577-FC1BB3A0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92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4DCF-5420-28CE-5723-500EF6226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EEFE5-3D92-60FA-5E0F-CF46918E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7FD2D-F401-F5D9-41C9-48AE8AB6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89B3F-357A-FEB8-3C57-1E23A25D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87452-3673-FF7F-2757-EAB49677A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5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1314-1A18-17D9-D112-79CDA5D9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94BF7-1C52-7745-62EA-FE989E42D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B873B-E612-99AF-1C65-E6E573087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C155D-B226-38D2-2941-4CCF5E7B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B4136-27E5-587C-84A7-F1C91401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6C536-2154-A407-4F0C-C62034D3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64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192BE-9116-EDDC-806C-EAE6B1C5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72DDD-3169-229B-6E32-27DD8881C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CBC4A5-0771-F94A-D135-82C517452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FD1C32-7852-5E49-CCB3-A93C6BEC3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4D0A5C-5567-07A6-9802-4868960E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8FB8A-0E58-104A-371C-270797689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675FF-C0D6-2853-547B-C29635C1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76D7-CE9D-5ECF-A75E-057A14E2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3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4070C-2A90-1D0B-B160-665BFA0E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3BA0E-93EF-918F-D163-FF575C1B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AFE4-AB65-016E-9A41-5CA8AEE2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DB60-D50E-1B91-7EED-B999B6DB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88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E5AD0-3D12-FBE7-DB71-8EAD7BE2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49DC8-D7FC-D164-F5B1-02A80046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9F60C-FB75-7BB1-5641-371E3DF1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0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7E1F-292C-CE8A-5A1D-F0C22B10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3B90C-7DEA-828F-DB96-E17DC5197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195C6-5A5F-884E-17CF-1C4CE7C1B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A4747-D60E-4EF0-5BE0-C386080A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1EB5E-83E3-FAF6-46F4-9E336B35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DA4B2-E818-6DE2-9DBF-ED1D8D67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3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05D4-1A63-66D4-AB41-AFB3F360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B93DBC-B214-E318-313F-A5324121A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41995-5192-899A-63E1-514A106CE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FC039-BCE4-C69E-E5F5-403098FF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8A86A-F0F6-FE2F-9843-9F2D6FA50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8F43B-800A-7870-516F-2889666C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8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42C1-656C-5CB3-4A18-A774905BB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A696-3DD7-6E86-B922-F090C3839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A42F2-FAF8-0BD8-BA1E-D357FE1F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59019-9CFD-6697-1254-280AB6E9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E92DB-843D-A6D9-7A51-8E54DDFA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09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E28CE-B41A-C610-3CBA-9AA46055B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8D53C-A4E7-D98F-3199-823E63D6D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5A7D6-679C-FEF6-B578-44167E5A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54B17-BD68-D73D-2588-D4AFF6C4C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02A71-A64D-3D6F-19EE-9F85A4BE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61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471C0-C077-B258-89BD-C316FAEAD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DE88D-82FF-03FA-A8F3-4B5908AA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8DEE9-F7B0-3B95-41A3-5C8E9FDE8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1C0EA-D920-4CEB-8013-5223B7635D6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BCB7-1EB8-915D-F968-3BD7FCE0A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46B50-D4B4-4CF7-3FFA-353908708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69FCA-3C26-4124-AE7D-BA3EF283B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91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D17C-20B5-DF86-65D7-263B65335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487938"/>
            <a:ext cx="9144000" cy="2043471"/>
          </a:xfrm>
        </p:spPr>
        <p:txBody>
          <a:bodyPr>
            <a:normAutofit/>
          </a:bodyPr>
          <a:lstStyle/>
          <a:p>
            <a:pPr algn="l"/>
            <a:r>
              <a:rPr lang="en-IN" sz="4400" b="1" dirty="0"/>
              <a:t>Problem Statement</a:t>
            </a:r>
            <a:br>
              <a:rPr lang="en-IN" sz="4400" b="1" dirty="0"/>
            </a:b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9B49C-CF9F-F957-90EF-41CF55FFFFB3}"/>
              </a:ext>
            </a:extLst>
          </p:cNvPr>
          <p:cNvSpPr txBox="1"/>
          <p:nvPr/>
        </p:nvSpPr>
        <p:spPr>
          <a:xfrm>
            <a:off x="1150375" y="2531409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What problem are you solving?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Why is it important?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Current challenges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78305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DE99-8290-AA39-D4CB-C6FF126BD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</a:t>
            </a:r>
            <a:br>
              <a:rPr lang="en-IN" b="1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B95CA2-F15C-4318-6CE9-095E52A6170B}"/>
              </a:ext>
            </a:extLst>
          </p:cNvPr>
          <p:cNvSpPr txBox="1"/>
          <p:nvPr/>
        </p:nvSpPr>
        <p:spPr>
          <a:xfrm>
            <a:off x="1101213" y="1321956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3200" b="1" dirty="0"/>
          </a:p>
          <a:p>
            <a:pPr>
              <a:buNone/>
            </a:pPr>
            <a:r>
              <a:rPr lang="en-IN" sz="3200" dirty="0"/>
              <a:t>Include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Dataset Source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Number of Samples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Number of Features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Target Variable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356765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3EA7-FFAE-0B61-6A20-AD37A68E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D211-3267-D284-D49A-82C6BD306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Mention</a:t>
            </a:r>
          </a:p>
          <a:p>
            <a:pPr lvl="0"/>
            <a:r>
              <a:rPr lang="en-IN" dirty="0"/>
              <a:t>Missing value treatment </a:t>
            </a:r>
          </a:p>
          <a:p>
            <a:pPr lvl="0"/>
            <a:r>
              <a:rPr lang="en-IN" dirty="0"/>
              <a:t>Label Encoding </a:t>
            </a:r>
          </a:p>
          <a:p>
            <a:pPr lvl="0"/>
            <a:r>
              <a:rPr lang="en-IN" dirty="0"/>
              <a:t>One-Hot Encoding </a:t>
            </a:r>
          </a:p>
          <a:p>
            <a:pPr lvl="0"/>
            <a:r>
              <a:rPr lang="en-IN" dirty="0" err="1"/>
              <a:t>StandardScaler</a:t>
            </a:r>
            <a:r>
              <a:rPr lang="en-IN" dirty="0"/>
              <a:t> / </a:t>
            </a:r>
            <a:r>
              <a:rPr lang="en-IN" dirty="0" err="1"/>
              <a:t>MinMaxScaler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Outlier removal </a:t>
            </a:r>
          </a:p>
          <a:p>
            <a:pPr lvl="0"/>
            <a:r>
              <a:rPr lang="en-IN" dirty="0"/>
              <a:t>Train-Test Split (80:20)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48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6DD7-771D-3ED2-30A4-D5273E7B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D8819E-CF4D-C000-EF39-811F8218C85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589650"/>
            <a:ext cx="10515600" cy="43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Include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Missing value graph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Correlation Heatmap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Class Distribution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Histogram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Box Plot </a:t>
            </a:r>
          </a:p>
          <a:p>
            <a:pPr>
              <a:buNone/>
            </a:pPr>
            <a:r>
              <a:rPr lang="en-IN" dirty="0"/>
              <a:t>Mention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Dataset balance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Feature relationships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Important variables </a:t>
            </a:r>
          </a:p>
        </p:txBody>
      </p:sp>
    </p:spTree>
    <p:extLst>
      <p:ext uri="{BB962C8B-B14F-4D97-AF65-F5344CB8AC3E}">
        <p14:creationId xmlns:p14="http://schemas.microsoft.com/office/powerpoint/2010/main" val="40239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13BC-6A5C-7766-19C3-3316D821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Include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E7E37-B23F-94E5-C6E8-4C0571A91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  <a:p>
            <a:r>
              <a:rPr lang="en-IN" dirty="0"/>
              <a:t>Machine learning models</a:t>
            </a:r>
          </a:p>
          <a:p>
            <a:r>
              <a:rPr lang="en-IN" dirty="0"/>
              <a:t>Model Evaluation metrics</a:t>
            </a:r>
          </a:p>
          <a:p>
            <a:r>
              <a:rPr lang="en-IN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59403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1BFD-0760-5F02-DCF0-1C29A552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2AF0-6B38-1BFF-FA01-662B7C1FA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Successfully developed the model. </a:t>
            </a:r>
          </a:p>
          <a:p>
            <a:pPr lvl="0"/>
            <a:r>
              <a:rPr lang="en-IN" dirty="0"/>
              <a:t>Compared multiple algorithms. </a:t>
            </a:r>
          </a:p>
          <a:p>
            <a:pPr lvl="0"/>
            <a:r>
              <a:rPr lang="en-IN" dirty="0"/>
              <a:t>Achieved the highest performance using the best model. </a:t>
            </a:r>
          </a:p>
          <a:p>
            <a:pPr lvl="0"/>
            <a:r>
              <a:rPr lang="en-IN" dirty="0"/>
              <a:t>The proposed system is scalable and practical for real-world deployment.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001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Problem Statement </vt:lpstr>
      <vt:lpstr>Dataset </vt:lpstr>
      <vt:lpstr>Data Preprocessing</vt:lpstr>
      <vt:lpstr>Data Analysis</vt:lpstr>
      <vt:lpstr>Include :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Angayarkanni Gokul</dc:creator>
  <cp:lastModifiedBy>Angayarkanni Gokul</cp:lastModifiedBy>
  <cp:revision>2</cp:revision>
  <dcterms:created xsi:type="dcterms:W3CDTF">2026-08-13T06:30:14Z</dcterms:created>
  <dcterms:modified xsi:type="dcterms:W3CDTF">2026-08-13T06:44:51Z</dcterms:modified>
</cp:coreProperties>
</file>